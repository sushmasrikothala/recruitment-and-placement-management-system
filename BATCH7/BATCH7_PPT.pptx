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-82" y="-1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4-09 1256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1" y="0"/>
            <a:ext cx="9105718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862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</Words>
  <Application>Microsoft Office PowerPoint</Application>
  <PresentationFormat>On-screen Show (16:9)</PresentationFormat>
  <Paragraphs>15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Sushma Sri</cp:lastModifiedBy>
  <cp:revision>6</cp:revision>
  <dcterms:created xsi:type="dcterms:W3CDTF">2026-02-03T18:38:52Z</dcterms:created>
  <dcterms:modified xsi:type="dcterms:W3CDTF">2026-04-09T07:29:10Z</dcterms:modified>
</cp:coreProperties>
</file>